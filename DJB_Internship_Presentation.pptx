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Internship Presentation – Dijenu in Bottega (DJB)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Front-End Development with AI Assistance</a:t>
            </a:r>
            <a:br/>
            <a:r>
              <a:t>Vladyslav Bezzubko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FA3"/>
                </a:solidFill>
              </a:defRPr>
            </a:pPr>
            <a:r>
              <a:t>Company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Bulgarian tech start-up building a local e-commerce marketplace</a:t>
            </a:r>
          </a:p>
          <a:p>
            <a:pPr>
              <a:defRPr sz="2400"/>
            </a:pPr>
            <a:r>
              <a:t>Mission: modern tools for Bulgarian sellers &amp; buyers</a:t>
            </a:r>
          </a:p>
          <a:p>
            <a:pPr>
              <a:defRPr sz="2400"/>
            </a:pPr>
            <a:r>
              <a:t>Team of 3; Agile sprints; code reviews in GitHub</a:t>
            </a:r>
          </a:p>
          <a:p>
            <a:pPr>
              <a:defRPr sz="2400"/>
            </a:pPr>
            <a:r>
              <a:t>My stack: React • TypeScript • Tailwind CSS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FA3"/>
                </a:solidFill>
              </a:defRPr>
            </a:pPr>
            <a:r>
              <a:t>Project &amp; My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Marketplace inspired by Emag/Rozetka, tailored to Bulgaria</a:t>
            </a:r>
          </a:p>
          <a:p>
            <a:pPr>
              <a:defRPr sz="2400"/>
            </a:pPr>
            <a:r>
              <a:t>Responsibilities</a:t>
            </a:r>
          </a:p>
          <a:p>
            <a:pPr lvl="1">
              <a:defRPr sz="2000"/>
            </a:pPr>
            <a:r>
              <a:t>Responsive UI from Figma</a:t>
            </a:r>
          </a:p>
          <a:p>
            <a:pPr lvl="1">
              <a:defRPr sz="2000"/>
            </a:pPr>
            <a:r>
              <a:t>State &amp; props management, API wiring</a:t>
            </a:r>
          </a:p>
          <a:p>
            <a:pPr lvl="1">
              <a:defRPr sz="2000"/>
            </a:pPr>
            <a:r>
              <a:t>Localization (EN/BG) &amp; accessibility</a:t>
            </a:r>
          </a:p>
          <a:p>
            <a:pPr lvl="1">
              <a:defRPr sz="2000"/>
            </a:pPr>
            <a:r>
              <a:t>Performance checks &amp; QA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FA3"/>
                </a:solidFill>
              </a:defRPr>
            </a:pPr>
            <a:r>
              <a:t>Best Practice: AI-Assisted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Tools used: ChatGPT, GitHub Copilot</a:t>
            </a:r>
          </a:p>
          <a:p>
            <a:pPr>
              <a:defRPr sz="2400"/>
            </a:pPr>
            <a:r>
              <a:t>Use cases</a:t>
            </a:r>
          </a:p>
          <a:p>
            <a:pPr lvl="1">
              <a:defRPr sz="2000"/>
            </a:pPr>
            <a:r>
              <a:t>Scaffolding complex components (tables, filters, modals)</a:t>
            </a:r>
          </a:p>
          <a:p>
            <a:pPr lvl="1">
              <a:defRPr sz="2000"/>
            </a:pPr>
            <a:r>
              <a:t>Refactoring &amp; debugging hints</a:t>
            </a:r>
          </a:p>
          <a:p>
            <a:pPr lvl="1">
              <a:defRPr sz="2000"/>
            </a:pPr>
            <a:r>
              <a:t>Edge-case exploration</a:t>
            </a:r>
          </a:p>
          <a:p>
            <a:pPr>
              <a:defRPr sz="2400"/>
            </a:pPr>
            <a:r>
              <a:t>Developer retains design intent &amp; code ownership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FA3"/>
                </a:solidFill>
              </a:defRPr>
            </a:pPr>
            <a:r>
              <a:t>Benefits &amp;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Benefits</a:t>
            </a:r>
          </a:p>
          <a:p>
            <a:pPr lvl="1">
              <a:defRPr sz="2000"/>
            </a:pPr>
            <a:r>
              <a:t>35–45% faster first drafts</a:t>
            </a:r>
          </a:p>
          <a:p>
            <a:pPr lvl="1">
              <a:defRPr sz="2000"/>
            </a:pPr>
            <a:r>
              <a:t>Wider pattern exploration</a:t>
            </a:r>
          </a:p>
          <a:p>
            <a:pPr lvl="1">
              <a:defRPr sz="2000"/>
            </a:pPr>
            <a:r>
              <a:t>Earlier detection of edge cases</a:t>
            </a:r>
          </a:p>
          <a:p>
            <a:pPr>
              <a:defRPr sz="2400"/>
            </a:pPr>
            <a:r>
              <a:t>Challenges</a:t>
            </a:r>
          </a:p>
          <a:p>
            <a:pPr lvl="1">
              <a:defRPr sz="2000"/>
            </a:pPr>
            <a:r>
              <a:t>Verbose/outdated suggestions</a:t>
            </a:r>
          </a:p>
          <a:p>
            <a:pPr lvl="1">
              <a:defRPr sz="2000"/>
            </a:pPr>
            <a:r>
              <a:t>Breakpoints, accessibility, i18n (Bulgarian text expansion)</a:t>
            </a:r>
          </a:p>
          <a:p>
            <a:pPr lvl="1">
              <a:defRPr sz="2000"/>
            </a:pPr>
            <a:r>
              <a:t>Risk of reduced ownership without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FA3"/>
                </a:solidFill>
              </a:defRPr>
            </a:pPr>
            <a: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Self-observation</a:t>
            </a:r>
          </a:p>
          <a:p>
            <a:pPr lvl="1">
              <a:defRPr sz="2000"/>
            </a:pPr>
            <a:r>
              <a:t>Daily logs: time vs. output; degree of AI use</a:t>
            </a:r>
          </a:p>
          <a:p>
            <a:pPr>
              <a:defRPr sz="2400"/>
            </a:pPr>
            <a:r>
              <a:t>Content analysis</a:t>
            </a:r>
          </a:p>
          <a:p>
            <a:pPr lvl="1">
              <a:defRPr sz="2000"/>
            </a:pPr>
            <a:r>
              <a:t>GitHub commits: readability, maintainability, responsiveness</a:t>
            </a:r>
          </a:p>
          <a:p>
            <a:pPr>
              <a:defRPr sz="2400"/>
            </a:pPr>
            <a:r>
              <a:t>Interviews</a:t>
            </a:r>
          </a:p>
          <a:p>
            <a:pPr lvl="1">
              <a:defRPr sz="2000"/>
            </a:pPr>
            <a:r>
              <a:t>Lead &amp; teammate: AI for well-specified tasks; human for ambiguity</a:t>
            </a:r>
          </a:p>
          <a:p>
            <a:pPr>
              <a:defRPr sz="2400"/>
            </a:pPr>
            <a:r>
              <a:t>Ethics: transparency and human-in-the-loop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FA3"/>
                </a:solidFill>
              </a:defRPr>
            </a:pPr>
            <a:r>
              <a:t>Results</a:t>
            </a:r>
          </a:p>
        </p:txBody>
      </p:sp>
      <p:pic>
        <p:nvPicPr>
          <p:cNvPr id="3" name="Picture 2" descr="time_char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132320" cy="4011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097280"/>
            <a:ext cx="323057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Faster delivery with a consistent review/refactor tax</a:t>
            </a:r>
          </a:p>
          <a:p>
            <a:pPr>
              <a:defRPr sz="2200"/>
            </a:pPr>
            <a:r>
              <a:t>Prompt literacy → higher-quality suggestions</a:t>
            </a:r>
          </a:p>
          <a:p>
            <a:pPr>
              <a:defRPr sz="2200"/>
            </a:pPr>
            <a:r>
              <a:t>AI best for scaffolding; humans for design &amp; a11y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FA3"/>
                </a:solidFill>
              </a:defRPr>
            </a:pPr>
            <a: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AI accelerates development when paired with human review</a:t>
            </a:r>
          </a:p>
          <a:p>
            <a:pPr>
              <a:defRPr sz="2400"/>
            </a:pPr>
            <a:r>
              <a:t>Prompt literacy is now a core developer skill</a:t>
            </a:r>
          </a:p>
          <a:p>
            <a:pPr>
              <a:defRPr sz="2400"/>
            </a:pPr>
            <a:r>
              <a:t>Human judgment governs design, i18n, and accessibility</a:t>
            </a:r>
          </a:p>
          <a:p>
            <a:pPr>
              <a:defRPr sz="2400"/>
            </a:pPr>
            <a:r>
              <a:t>Role shift: from code writer to code curator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272</Words>
  <Application>Microsoft Office PowerPoint</Application>
  <PresentationFormat>Широкий екран</PresentationFormat>
  <Paragraphs>47</Paragraphs>
  <Slides>8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Viacheslav Kotovskyi</cp:lastModifiedBy>
  <cp:revision>2</cp:revision>
  <dcterms:created xsi:type="dcterms:W3CDTF">2013-01-27T09:14:16Z</dcterms:created>
  <dcterms:modified xsi:type="dcterms:W3CDTF">2025-10-16T05:27:48Z</dcterms:modified>
  <cp:category/>
</cp:coreProperties>
</file>